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2" d="100"/>
          <a:sy n="42" d="100"/>
        </p:scale>
        <p:origin x="306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235440" y="685800"/>
            <a:ext cx="1920240" cy="19202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41280" y="2011680"/>
            <a:ext cx="914400" cy="914400"/>
          </a:xfrm>
          <a:prstGeom prst="ellipse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49640" y="2971800"/>
            <a:ext cx="1234440" cy="1234440"/>
          </a:xfrm>
          <a:prstGeom prst="ellipse">
            <a:avLst/>
          </a:prstGeom>
          <a:solidFill>
            <a:srgbClr val="294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87000" y="4069080"/>
            <a:ext cx="1463040" cy="1463040"/>
          </a:xfrm>
          <a:prstGeom prst="ellipse">
            <a:avLst/>
          </a:prstGeom>
          <a:solidFill>
            <a:srgbClr val="19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7132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dirty="0">
                <a:solidFill>
                  <a:srgbClr val="C4F5E6"/>
                </a:solidFill>
                <a:latin typeface="Aptos"/>
              </a:rPr>
              <a:t>MOBILE APP DEVELOPMENT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58952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MOBILE MONEY
WALLET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246120"/>
            <a:ext cx="69494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0" dirty="0">
                <a:solidFill>
                  <a:srgbClr val="D3E1ED"/>
                </a:solidFill>
                <a:latin typeface="Aptos"/>
              </a:rPr>
              <a:t>A simple way to track money received and money spent.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4251960"/>
            <a:ext cx="1188720" cy="640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4617720"/>
            <a:ext cx="6858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Project team: Mubiru Twaha • Ssentongo Steven • Nalwanga Shadia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5897880"/>
            <a:ext cx="685800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1" dirty="0">
                <a:solidFill>
                  <a:srgbClr val="FFC257"/>
                </a:solidFill>
                <a:latin typeface="Aptos"/>
              </a:rPr>
              <a:t>GitHub repository: </a:t>
            </a:r>
            <a:r>
              <a:rPr lang="en-US" sz="1200" b="1" dirty="0">
                <a:solidFill>
                  <a:srgbClr val="FFC257"/>
                </a:solidFill>
                <a:latin typeface="Aptos"/>
              </a:rPr>
              <a:t>https://github.com/Abtwahitwaha/MOBILE-MONEY-WALLET</a:t>
            </a:r>
            <a:endParaRPr sz="1200" b="1" dirty="0">
              <a:solidFill>
                <a:srgbClr val="FFC257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C4F5E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2263F"/>
                </a:solidFill>
                <a:latin typeface="Aptos"/>
              </a:rPr>
              <a:t>01  |  What is the idea?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32104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3697F"/>
                </a:solidFill>
                <a:latin typeface="Aptos"/>
              </a:rPr>
              <a:t>A personal record of mobile money activity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051560" cy="5029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53697F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1206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2263F"/>
                </a:solidFill>
                <a:latin typeface="Aptos"/>
              </a:rPr>
              <a:t>Keep your money activity in one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5212080" cy="2074414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53697F"/>
                </a:solidFill>
                <a:latin typeface="Aptos"/>
              </a:defRPr>
            </a:pPr>
            <a:r>
              <a:rPr dirty="0"/>
              <a:t>•  Register and log in securely</a:t>
            </a:r>
          </a:p>
          <a:p>
            <a:pPr>
              <a:spcAft>
                <a:spcPts val="1200"/>
              </a:spcAft>
              <a:defRPr sz="1800">
                <a:solidFill>
                  <a:srgbClr val="53697F"/>
                </a:solidFill>
                <a:latin typeface="Aptos"/>
              </a:defRPr>
            </a:pPr>
            <a:r>
              <a:rPr dirty="0"/>
              <a:t>•  Record income and expenses</a:t>
            </a:r>
          </a:p>
          <a:p>
            <a:pPr>
              <a:spcAft>
                <a:spcPts val="1200"/>
              </a:spcAft>
              <a:defRPr sz="1800">
                <a:solidFill>
                  <a:srgbClr val="53697F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Organise</a:t>
            </a:r>
            <a:r>
              <a:rPr dirty="0"/>
              <a:t> transactions by category</a:t>
            </a:r>
          </a:p>
          <a:p>
            <a:pPr>
              <a:spcAft>
                <a:spcPts val="1200"/>
              </a:spcAft>
              <a:defRPr sz="1800">
                <a:solidFill>
                  <a:srgbClr val="53697F"/>
                </a:solidFill>
                <a:latin typeface="Aptos"/>
              </a:defRPr>
            </a:pPr>
            <a:r>
              <a:rPr dirty="0"/>
              <a:t>•  View transaction history and spending patterns</a:t>
            </a:r>
          </a:p>
          <a:p>
            <a:pPr>
              <a:spcAft>
                <a:spcPts val="1200"/>
              </a:spcAft>
              <a:defRPr sz="1800">
                <a:solidFill>
                  <a:srgbClr val="53697F"/>
                </a:solidFill>
                <a:latin typeface="Aptos"/>
              </a:defRPr>
            </a:pPr>
            <a:r>
              <a:rPr dirty="0"/>
              <a:t>•  Edit or delete a transaction when </a:t>
            </a:r>
            <a:r>
              <a:rPr dirty="0" smtClean="0"/>
              <a:t>needed</a:t>
            </a:r>
            <a:r>
              <a:rPr lang="en-US" dirty="0" smtClean="0"/>
              <a:t> 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949440" y="1508760"/>
            <a:ext cx="2926080" cy="4480560"/>
          </a:xfrm>
          <a:prstGeom prst="roundRect">
            <a:avLst/>
          </a:prstGeom>
          <a:solidFill>
            <a:srgbClr val="0B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50608" y="1755648"/>
            <a:ext cx="2523744" cy="39776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60920" y="1938528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2263F"/>
                </a:solidFill>
                <a:latin typeface="Aptos"/>
              </a:rPr>
              <a:t>My Wallet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468880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53697F"/>
                </a:solidFill>
                <a:latin typeface="Aptos"/>
              </a:rPr>
              <a:t>AVAILABLE 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743200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00A896"/>
                </a:solidFill>
                <a:latin typeface="Aptos"/>
              </a:rPr>
              <a:t>UGX 250,000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520440"/>
            <a:ext cx="1325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263F"/>
                </a:solidFill>
                <a:latin typeface="Aptos"/>
              </a:rPr>
              <a:t>Money received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8" y="3520440"/>
            <a:ext cx="868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00A896"/>
                </a:solidFill>
                <a:latin typeface="Aptos"/>
              </a:rPr>
              <a:t>+ 80,000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67912"/>
            <a:ext cx="2148840" cy="13716"/>
          </a:xfrm>
          <a:prstGeom prst="rect">
            <a:avLst/>
          </a:prstGeom>
          <a:solidFill>
            <a:srgbClr val="DE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0" y="4133088"/>
            <a:ext cx="1325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263F"/>
                </a:solidFill>
                <a:latin typeface="Aptos"/>
              </a:rPr>
              <a:t>Transport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4133088"/>
            <a:ext cx="868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E67070"/>
                </a:solidFill>
                <a:latin typeface="Aptos"/>
              </a:rPr>
              <a:t>− 10,000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4480560"/>
            <a:ext cx="2148840" cy="13716"/>
          </a:xfrm>
          <a:prstGeom prst="rect">
            <a:avLst/>
          </a:prstGeom>
          <a:solidFill>
            <a:srgbClr val="DE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0" y="4745736"/>
            <a:ext cx="1325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263F"/>
                </a:solidFill>
                <a:latin typeface="Aptos"/>
              </a:rPr>
              <a:t>Airtime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4745736"/>
            <a:ext cx="868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E67070"/>
                </a:solidFill>
                <a:latin typeface="Aptos"/>
              </a:rPr>
              <a:t>− 5,000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5093208"/>
            <a:ext cx="2148840" cy="13716"/>
          </a:xfrm>
          <a:prstGeom prst="rect">
            <a:avLst/>
          </a:prstGeom>
          <a:solidFill>
            <a:srgbClr val="DE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6144768"/>
            <a:ext cx="3108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53697F"/>
                </a:solidFill>
                <a:latin typeface="Aptos"/>
              </a:rPr>
              <a:t>Illustrative app concept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2263F"/>
                </a:solidFill>
                <a:latin typeface="Aptos"/>
              </a:rPr>
              <a:t>02  |  What problem are we solving?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32104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3697F"/>
                </a:solidFill>
                <a:latin typeface="Aptos"/>
              </a:rPr>
              <a:t>From guessing to understanding spending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051560" cy="5029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53697F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2263F"/>
                </a:solidFill>
                <a:latin typeface="Aptos"/>
              </a:rPr>
              <a:t>It can be difficult to remember where mobile money goes.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82296" cy="21031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514600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2263F"/>
                </a:solidFill>
                <a:latin typeface="Aptos"/>
              </a:rPr>
              <a:t>Hard to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53512"/>
            <a:ext cx="301752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53697F"/>
                </a:solidFill>
                <a:latin typeface="Aptos"/>
              </a:rPr>
              <a:t>Users may forget small payments, transfers, or money received.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33172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331720"/>
            <a:ext cx="82296" cy="2103120"/>
          </a:xfrm>
          <a:prstGeom prst="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514600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2263F"/>
                </a:solidFill>
                <a:latin typeface="Aptos"/>
              </a:rPr>
              <a:t>No clear spending picture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953512"/>
            <a:ext cx="301752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53697F"/>
                </a:solidFill>
                <a:latin typeface="Aptos"/>
              </a:rPr>
              <a:t>Without records, it is harder to see how much is spent by category.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33172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331720"/>
            <a:ext cx="82296" cy="2103120"/>
          </a:xfrm>
          <a:prstGeom prst="rect">
            <a:avLst/>
          </a:prstGeom>
          <a:solidFill>
            <a:srgbClr val="E6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514600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2263F"/>
                </a:solidFill>
                <a:latin typeface="Aptos"/>
              </a:rPr>
              <a:t>Scattered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953512"/>
            <a:ext cx="301752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53697F"/>
                </a:solidFill>
                <a:latin typeface="Aptos"/>
              </a:rPr>
              <a:t>Transaction details may be spread across messages, notes, or 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2412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0A896"/>
                </a:solidFill>
                <a:latin typeface="Aptos"/>
              </a:rPr>
              <a:t>Our solution: one simple app to record, organise and review personal money activity.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715000"/>
            <a:ext cx="9966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97F"/>
                </a:solidFill>
                <a:latin typeface="Aptos"/>
              </a:rPr>
              <a:t>Note: The app records transactions for tracking; it does not itself transfer or hold money.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2263F"/>
                </a:solidFill>
                <a:latin typeface="Aptos"/>
              </a:rPr>
              <a:t>03  |  Team members and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32104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3697F"/>
                </a:solidFill>
                <a:latin typeface="Aptos"/>
              </a:rPr>
              <a:t>Three members • Clear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051560" cy="5029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53697F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82296" cy="32461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28800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2263F"/>
                </a:solidFill>
                <a:latin typeface="Aptos"/>
              </a:rPr>
              <a:t>Mubiru Twaha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67712"/>
            <a:ext cx="3063240" cy="2496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53697F"/>
                </a:solidFill>
                <a:latin typeface="Aptos"/>
              </a:rPr>
              <a:t>BACKEND LEAD
• REST API and database
• Authentication and protected endpoints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82296" cy="3246120"/>
          </a:xfrm>
          <a:prstGeom prst="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828800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2263F"/>
                </a:solidFill>
                <a:latin typeface="Aptos"/>
              </a:rPr>
              <a:t>Ssentongo Steven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67712"/>
            <a:ext cx="3063240" cy="2496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53697F"/>
                </a:solidFill>
                <a:latin typeface="Aptos"/>
              </a:rPr>
              <a:t>FLUTTER LEAD
• App screens and navigation
• Forms and API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82296" cy="3246120"/>
          </a:xfrm>
          <a:prstGeom prst="rect">
            <a:avLst/>
          </a:prstGeom>
          <a:solidFill>
            <a:srgbClr val="E6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828800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2263F"/>
                </a:solidFill>
                <a:latin typeface="Aptos"/>
              </a:rPr>
              <a:t>Nalwanga Shadia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67712"/>
            <a:ext cx="3063240" cy="2496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53697F"/>
                </a:solidFill>
                <a:latin typeface="Aptos"/>
              </a:rPr>
              <a:t>ANALYST &amp; INTEGRATION LEAD
• Requirements and ERD
• API documentation, testing and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49240"/>
            <a:ext cx="10424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2263F"/>
                </a:solidFill>
                <a:latin typeface="Aptos"/>
              </a:rPr>
              <a:t>We will coordinate our work through a shared GitHub repository.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7899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dirty="0">
                <a:solidFill>
                  <a:srgbClr val="12263F"/>
                </a:solidFill>
                <a:latin typeface="Aptos"/>
              </a:rPr>
              <a:t>Database design  |  ERD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32104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3697F"/>
                </a:solidFill>
                <a:latin typeface="Aptos"/>
              </a:rPr>
              <a:t>Four core tables and their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051560" cy="5029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53697F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53697F"/>
                </a:solidFill>
                <a:latin typeface="Aptos"/>
              </a:rPr>
              <a:t>PK = Primary Key  •  FK = Foreign Key  •  1:M = One-to-many relationship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660" y="1281997"/>
            <a:ext cx="7136423" cy="47576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04  |  GitHub working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424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D3E1ED"/>
                </a:solidFill>
                <a:latin typeface="Aptos"/>
              </a:rPr>
              <a:t>Our repository will contain the source code, database design, API documentation and project files.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10607040" cy="1097280"/>
          </a:xfrm>
          <a:prstGeom prst="roundRect">
            <a:avLst/>
          </a:prstGeom>
          <a:solidFill>
            <a:srgbClr val="19304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267712"/>
            <a:ext cx="996696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lang="en-US" b="1" dirty="0">
                <a:solidFill>
                  <a:srgbClr val="FFC257"/>
                </a:solidFill>
                <a:latin typeface="Aptos"/>
              </a:rPr>
              <a:t>https://github.com/Abtwahitwaha/MOBILE-MONEY-WALLET</a:t>
            </a:r>
            <a:endParaRPr sz="1800" b="1" dirty="0">
              <a:solidFill>
                <a:srgbClr val="FFC257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424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0">
                <a:solidFill>
                  <a:srgbClr val="C4F5E6"/>
                </a:solidFill>
                <a:latin typeface="Aptos"/>
              </a:rPr>
              <a:t>Mobile Money Wallet — track it, understand it, manage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10241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C4F5E6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321</Words>
  <Application>Microsoft Office PowerPoint</Application>
  <PresentationFormat>Widescreen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THE REPAIR GUY</cp:lastModifiedBy>
  <cp:revision>4</cp:revision>
  <dcterms:created xsi:type="dcterms:W3CDTF">2013-01-27T09:14:16Z</dcterms:created>
  <dcterms:modified xsi:type="dcterms:W3CDTF">2026-10-25T10:53:32Z</dcterms:modified>
  <cp:category/>
</cp:coreProperties>
</file>